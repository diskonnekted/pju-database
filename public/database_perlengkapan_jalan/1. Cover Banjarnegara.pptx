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801600" cy="9601200" type="A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132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2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2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91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5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9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2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40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3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16D0-E22E-4B5B-8FB3-6F8364587FE4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39034-34DE-4969-A071-78FBD9C64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5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B28AD5-9332-4153-A6BA-C90FCDDD0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239" y="0"/>
            <a:ext cx="6609871" cy="960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FAF054-BE60-4C27-835A-1DF647CFC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651516" y="845284"/>
            <a:ext cx="334041" cy="4924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F9DD8A-C361-4579-A87B-6D00F8683C59}"/>
              </a:ext>
            </a:extLst>
          </p:cNvPr>
          <p:cNvSpPr/>
          <p:nvPr/>
        </p:nvSpPr>
        <p:spPr>
          <a:xfrm rot="5400000">
            <a:off x="4440586" y="2263520"/>
            <a:ext cx="27559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Tahoma" panose="020B0604030504040204" pitchFamily="34" charset="0"/>
                <a:ea typeface="Calibri" panose="020F0502020204030204" pitchFamily="34" charset="0"/>
              </a:rPr>
              <a:t>PEMERINTAH KABUPATEN BANJARNEGARA</a:t>
            </a:r>
          </a:p>
          <a:p>
            <a:pPr algn="ctr"/>
            <a:r>
              <a:rPr lang="en-US" sz="1000" b="1" dirty="0">
                <a:latin typeface="Tahoma" panose="020B0604030504040204" pitchFamily="34" charset="0"/>
                <a:ea typeface="Calibri" panose="020F0502020204030204" pitchFamily="34" charset="0"/>
              </a:rPr>
              <a:t>DINAS PERHUBUNGAN</a:t>
            </a:r>
            <a:r>
              <a:rPr lang="id-ID" sz="100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endParaRPr lang="en-US" sz="1000" b="1" dirty="0">
              <a:latin typeface="Tahoma" panose="020B0604030504040204" pitchFamily="34" charset="0"/>
              <a:ea typeface="Calibri" panose="020F0502020204030204" pitchFamily="34" charset="0"/>
            </a:endParaRPr>
          </a:p>
          <a:p>
            <a:pPr algn="ctr"/>
            <a:r>
              <a:rPr lang="en-US" sz="800" dirty="0">
                <a:latin typeface="Tahoma" panose="020B0604030504040204" pitchFamily="34" charset="0"/>
                <a:ea typeface="Calibri" panose="020F0502020204030204" pitchFamily="34" charset="0"/>
              </a:rPr>
              <a:t>JL. SELAMANIK NO. 1 BANJARNEGARA 53415 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B9BCE-058C-4B73-BAEC-3FE603731072}"/>
              </a:ext>
            </a:extLst>
          </p:cNvPr>
          <p:cNvSpPr/>
          <p:nvPr/>
        </p:nvSpPr>
        <p:spPr>
          <a:xfrm rot="5400000">
            <a:off x="2636536" y="6302537"/>
            <a:ext cx="64008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b="1" cap="all" dirty="0">
                <a:latin typeface="Tahoma" panose="020B0604030504040204" pitchFamily="34" charset="0"/>
                <a:ea typeface="Calibri" panose="020F0502020204030204" pitchFamily="34" charset="0"/>
              </a:rPr>
              <a:t>K</a:t>
            </a:r>
            <a:r>
              <a:rPr lang="id-ID" sz="1000" b="1" cap="all" dirty="0">
                <a:latin typeface="Tahoma" panose="020B0604030504040204" pitchFamily="34" charset="0"/>
                <a:ea typeface="Calibri" panose="020F0502020204030204" pitchFamily="34" charset="0"/>
              </a:rPr>
              <a:t>egiatan </a:t>
            </a:r>
            <a:r>
              <a:rPr lang="en-US" sz="1000" b="1" cap="all" dirty="0">
                <a:latin typeface="Tahoma" panose="020B0604030504040204" pitchFamily="34" charset="0"/>
                <a:ea typeface="Calibri" panose="020F0502020204030204" pitchFamily="34" charset="0"/>
              </a:rPr>
              <a:t>:</a:t>
            </a:r>
          </a:p>
          <a:p>
            <a:pPr algn="ctr"/>
            <a:r>
              <a:rPr lang="id-ID" sz="1000" b="1" cap="all" dirty="0">
                <a:latin typeface="Tahoma" panose="020B0604030504040204" pitchFamily="34" charset="0"/>
                <a:ea typeface="Calibri" panose="020F0502020204030204" pitchFamily="34" charset="0"/>
              </a:rPr>
              <a:t>Jasa Konsultansi Database Perlengkapan Jalan </a:t>
            </a:r>
            <a:endParaRPr lang="en-US" sz="1000" b="1" cap="all" dirty="0">
              <a:latin typeface="Tahoma" panose="020B0604030504040204" pitchFamily="34" charset="0"/>
              <a:ea typeface="Calibri" panose="020F0502020204030204" pitchFamily="34" charset="0"/>
            </a:endParaRPr>
          </a:p>
          <a:p>
            <a:pPr algn="ctr"/>
            <a:r>
              <a:rPr lang="id-ID" sz="1000" b="1" cap="all" dirty="0">
                <a:latin typeface="Tahoma" panose="020B0604030504040204" pitchFamily="34" charset="0"/>
                <a:ea typeface="Calibri" panose="020F0502020204030204" pitchFamily="34" charset="0"/>
              </a:rPr>
              <a:t>Kabupaten Banjarnegara</a:t>
            </a:r>
            <a:r>
              <a:rPr lang="en-US" sz="1000" b="1" cap="all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id-ID" sz="1000" b="1" cap="all" dirty="0">
                <a:latin typeface="Tahoma" panose="020B0604030504040204" pitchFamily="34" charset="0"/>
                <a:ea typeface="Calibri" panose="020F0502020204030204" pitchFamily="34" charset="0"/>
              </a:rPr>
              <a:t>Tahun 2018 </a:t>
            </a:r>
            <a:endParaRPr lang="en-US" sz="1000" b="1" cap="all" dirty="0"/>
          </a:p>
        </p:txBody>
      </p:sp>
    </p:spTree>
    <p:extLst>
      <p:ext uri="{BB962C8B-B14F-4D97-AF65-F5344CB8AC3E}">
        <p14:creationId xmlns:p14="http://schemas.microsoft.com/office/powerpoint/2010/main" val="79705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25</Words>
  <Application>Microsoft Office PowerPoint</Application>
  <PresentationFormat>A3 Paper (297x420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Agus</dc:creator>
  <cp:lastModifiedBy>Agus</cp:lastModifiedBy>
  <cp:revision>7</cp:revision>
  <dcterms:created xsi:type="dcterms:W3CDTF">2018-11-22T03:30:27Z</dcterms:created>
  <dcterms:modified xsi:type="dcterms:W3CDTF">2018-12-04T11:30:34Z</dcterms:modified>
</cp:coreProperties>
</file>